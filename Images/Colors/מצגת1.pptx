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8192"/>
    <a:srgbClr val="990033"/>
    <a:srgbClr val="FF9933"/>
    <a:srgbClr val="E9B7C2"/>
    <a:srgbClr val="FFD857"/>
    <a:srgbClr val="FFFF66"/>
    <a:srgbClr val="FF99CC"/>
    <a:srgbClr val="FF33CC"/>
    <a:srgbClr val="BFEAE3"/>
    <a:srgbClr val="C076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8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D64-D124-40A5-AFB0-BDEE69226E60}" type="datetimeFigureOut">
              <a:rPr lang="he-IL" smtClean="0"/>
              <a:t>ל'/כסלו/תשפ"ה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C446-D9E4-44B3-9409-86AAB136DF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1297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D64-D124-40A5-AFB0-BDEE69226E60}" type="datetimeFigureOut">
              <a:rPr lang="he-IL" smtClean="0"/>
              <a:t>ל'/כסלו/תשפ"ה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C446-D9E4-44B3-9409-86AAB136DF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32912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D64-D124-40A5-AFB0-BDEE69226E60}" type="datetimeFigureOut">
              <a:rPr lang="he-IL" smtClean="0"/>
              <a:t>ל'/כסלו/תשפ"ה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C446-D9E4-44B3-9409-86AAB136DF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01135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D64-D124-40A5-AFB0-BDEE69226E60}" type="datetimeFigureOut">
              <a:rPr lang="he-IL" smtClean="0"/>
              <a:t>ל'/כסלו/תשפ"ה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C446-D9E4-44B3-9409-86AAB136DF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16336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D64-D124-40A5-AFB0-BDEE69226E60}" type="datetimeFigureOut">
              <a:rPr lang="he-IL" smtClean="0"/>
              <a:t>ל'/כסלו/תשפ"ה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C446-D9E4-44B3-9409-86AAB136DF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63877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D64-D124-40A5-AFB0-BDEE69226E60}" type="datetimeFigureOut">
              <a:rPr lang="he-IL" smtClean="0"/>
              <a:t>ל'/כסלו/תשפ"ה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C446-D9E4-44B3-9409-86AAB136DF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42628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D64-D124-40A5-AFB0-BDEE69226E60}" type="datetimeFigureOut">
              <a:rPr lang="he-IL" smtClean="0"/>
              <a:t>ל'/כסלו/תשפ"ה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C446-D9E4-44B3-9409-86AAB136DF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78501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D64-D124-40A5-AFB0-BDEE69226E60}" type="datetimeFigureOut">
              <a:rPr lang="he-IL" smtClean="0"/>
              <a:t>ל'/כסלו/תשפ"ה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C446-D9E4-44B3-9409-86AAB136DF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0659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D64-D124-40A5-AFB0-BDEE69226E60}" type="datetimeFigureOut">
              <a:rPr lang="he-IL" smtClean="0"/>
              <a:t>ל'/כסלו/תשפ"ה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C446-D9E4-44B3-9409-86AAB136DF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02586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D64-D124-40A5-AFB0-BDEE69226E60}" type="datetimeFigureOut">
              <a:rPr lang="he-IL" smtClean="0"/>
              <a:t>ל'/כסלו/תשפ"ה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C446-D9E4-44B3-9409-86AAB136DF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8631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D64-D124-40A5-AFB0-BDEE69226E60}" type="datetimeFigureOut">
              <a:rPr lang="he-IL" smtClean="0"/>
              <a:t>ל'/כסלו/תשפ"ה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C446-D9E4-44B3-9409-86AAB136DF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07469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03D64-D124-40A5-AFB0-BDEE69226E60}" type="datetimeFigureOut">
              <a:rPr lang="he-IL" smtClean="0"/>
              <a:t>ל'/כסלו/תשפ"ה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AC446-D9E4-44B3-9409-86AAB136DF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3264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76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0860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0952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1323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3945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7139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8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976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B7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4364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812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5496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605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0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6860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81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82034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</TotalTime>
  <Words>0</Words>
  <Application>Microsoft Office PowerPoint</Application>
  <PresentationFormat>נייר A4 ‏(210x297 מ"מ)</PresentationFormat>
  <Paragraphs>0</Paragraphs>
  <Slides>12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user1</dc:creator>
  <cp:lastModifiedBy>user1</cp:lastModifiedBy>
  <cp:revision>1</cp:revision>
  <dcterms:created xsi:type="dcterms:W3CDTF">2024-12-31T12:33:58Z</dcterms:created>
  <dcterms:modified xsi:type="dcterms:W3CDTF">2024-12-31T14:41:02Z</dcterms:modified>
</cp:coreProperties>
</file>